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FF05C-33E3-4469-AD9E-6831BACC7C3C}" v="2" dt="2026-08-25T07:48:53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72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and Decentralized Internet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PRSENTED BY 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MURALI KRISHNAN N 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 NO:192524090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B55025-F6AA-4FFD-A998-10EFF236705C}"/>
              </a:ext>
            </a:extLst>
          </p:cNvPr>
          <p:cNvSpPr txBox="1"/>
          <p:nvPr/>
        </p:nvSpPr>
        <p:spPr>
          <a:xfrm>
            <a:off x="161488" y="4154949"/>
            <a:ext cx="6094602" cy="747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:SOFTWARE ENGINNERING </a:t>
            </a:r>
          </a:p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CODE:CSA1017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C3FAF295-76B7-6BD5-A3CD-42CDB6F3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60" y="67825"/>
            <a:ext cx="777240" cy="1252728"/>
          </a:xfrm>
          <a:prstGeom prst="rect">
            <a:avLst/>
          </a:prstGeom>
        </p:spPr>
      </p:pic>
      <p:pic>
        <p:nvPicPr>
          <p:cNvPr id="8" name="Image 1">
            <a:extLst>
              <a:ext uri="{FF2B5EF4-FFF2-40B4-BE49-F238E27FC236}">
                <a16:creationId xmlns:a16="http://schemas.microsoft.com/office/drawing/2014/main" id="{D27ED38E-C6E3-9F18-2FB2-945AE14C6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656" y="68664"/>
            <a:ext cx="1115568" cy="1124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21057-24F9-BCBE-A91B-01E3F08DC192}"/>
              </a:ext>
            </a:extLst>
          </p:cNvPr>
          <p:cNvSpPr txBox="1"/>
          <p:nvPr/>
        </p:nvSpPr>
        <p:spPr>
          <a:xfrm>
            <a:off x="112776" y="259849"/>
            <a:ext cx="11966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SAVEETHA INSTITUTE OF MEDICAL AND
TECHNICAL SCIENCES</a:t>
            </a:r>
            <a:endParaRPr lang="en-S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Need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Web3 is the next stage of the internet, built using blockchain technology.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Unlike Web2 (Facebook, Google), no single company controls the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is stored across many computers (nodes) instead of one central server.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Need: Big platforms currently control user data and can restrict access.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Motivation: Give users ownership of their own data, identity, and digital assets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Working Principle / Architecture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1: User signs a transaction using their private key (digital signature).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2: The transaction is broadcast to many nodes in the peer-to-peer network.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3: Nodes validate the transaction using a consensus method (Proof of Work / Proof of Stake).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4: Once verified, the transaction is added as a new block, linked to the previous blocks (blockchain).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process removes the need for a central authority to approve transactions.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Components &amp; Applications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– shared, tamper-proof ledger of all transactions.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Contracts – self-executing code that runs automatically when conditions are met.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Decentralized Apps (dApps) – applications that run on the blockchain, not a central server.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Wallets – store keys and allow users to prove ownership of assets.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Applications: DeFi (finance), NFTs (digital ownership), DAOs (community governance), Supply Chain tracking, Digital Identity, Web3 Gaming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Recent Trends, Challenges &amp; Future Scope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Recent Trends: Layer-2 scaling for faster and cheaper transactions.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Recent Trends: Real-world assets (property, bonds) being tokenized on-chain.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Recent Trends: Convergence of AI agents with Web3 smart contracts.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Challenges: Security risks from smart contract bugs and wallet exploits.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Challenges: Interoperability between different blockchains, and low adoption due to complexity.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Scope: Simpler tools and regulation will drive mainstream adoption.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Conclusion &amp; 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Case Study: Ethereum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973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Ethereum is a public blockchain that introduced smart contracts, powering thousands of dApps such as DeFi platforms and NFT marketplaces</a:t>
            </a: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Web3 shifts control of the internet from a few large companies to its users. While it faces challenges in scalability and adoption, it points toward a more open, transparent, and user-owned digital future.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45143-31CB-D976-3E66-0520DB3B2D77}"/>
              </a:ext>
            </a:extLst>
          </p:cNvPr>
          <p:cNvSpPr txBox="1"/>
          <p:nvPr/>
        </p:nvSpPr>
        <p:spPr>
          <a:xfrm>
            <a:off x="404768" y="494842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FD7F1-BE29-DBB2-2479-BBB1453FA029}"/>
              </a:ext>
            </a:extLst>
          </p:cNvPr>
          <p:cNvSpPr txBox="1"/>
          <p:nvPr/>
        </p:nvSpPr>
        <p:spPr>
          <a:xfrm>
            <a:off x="587229" y="973123"/>
            <a:ext cx="8672120" cy="169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Ethereum Foundation – ethereum.org/whitepaper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World Economic Forum – Global Blockchain Council reports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IEEE Papers on Decentralized Systems and Consensus Protocols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E8FD5-3C48-E7B4-7A47-15CC5490371C}"/>
              </a:ext>
            </a:extLst>
          </p:cNvPr>
          <p:cNvSpPr txBox="1"/>
          <p:nvPr/>
        </p:nvSpPr>
        <p:spPr>
          <a:xfrm>
            <a:off x="4649599" y="4193325"/>
            <a:ext cx="6094602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24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467</Words>
  <Application>Microsoft Office PowerPoint</Application>
  <PresentationFormat>Widescreen</PresentationFormat>
  <Paragraphs>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MURALI KRISHNAN</cp:lastModifiedBy>
  <cp:revision>3</cp:revision>
  <dcterms:created xsi:type="dcterms:W3CDTF">2026-08-24T09:11:45Z</dcterms:created>
  <dcterms:modified xsi:type="dcterms:W3CDTF">2026-08-25T09:01:57Z</dcterms:modified>
</cp:coreProperties>
</file>